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Online Shoppers Purchase Intention Using Machine Learning</a:t>
            </a:r>
          </a:p>
          <a:p>
            <a:r>
              <a:t>By: Sagar 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 predicting purchase intention matters in e-commerce.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Dataset, target variable (Revenue), session behavior.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and optimize ML models; generate actionable insights.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Session features, behavioral metrics, categorical attributes.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ML models: Logistic Regression, KNN, Decision Tree, Random Forest.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Encoding, scaling, train-test split, tuning.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Random Forest achieved highest accuracy (89–92%).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ProductRelated, PageValues, ExitRates most important.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Suggestions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 UX, personalize marketing, reduce exits.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ML helps boost conversion rates through prediction.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Prepared by: Sagar 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